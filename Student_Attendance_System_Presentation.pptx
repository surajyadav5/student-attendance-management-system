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CENTRAL BOARD OF SECONDARY EDUCATION (CBSE) • IT (402)</a:t>
            </a:r>
          </a:p>
          <a:p>
            <a:pPr algn="ctr">
              <a:spcBef>
                <a:spcPts val="1600"/>
              </a:spcBef>
              <a:defRPr sz="3600" b="1">
                <a:solidFill>
                  <a:srgbClr val="F8FAFC"/>
                </a:solidFill>
              </a:defRPr>
            </a:pPr>
            <a:r>
              <a:t>STUDENT ATTENDANCE</a:t>
            </a:r>
            <a:br/>
            <a:r>
              <a:t>MANAGEMENT SYSTEM</a:t>
            </a:r>
          </a:p>
          <a:p>
            <a:pPr algn="ctr">
              <a:spcBef>
                <a:spcPts val="1000"/>
              </a:spcBef>
              <a:defRPr sz="1300" i="1">
                <a:solidFill>
                  <a:srgbClr val="94A3B8"/>
                </a:solidFill>
              </a:defRPr>
            </a:pPr>
            <a:r>
              <a:t>Automated Full-Stack Web Application for Digital Roll Calls, CBSE Rule 13 Defaulter Radar &amp; Spreadsheet Analytics</a:t>
            </a:r>
          </a:p>
          <a:p>
            <a:br/>
            <a:pPr algn="ctr">
              <a:defRPr sz="1200" b="1">
                <a:solidFill>
                  <a:srgbClr val="10B981"/>
                </a:solidFill>
              </a:defRPr>
            </a:pPr>
            <a:r>
              <a:t>Submitted By: RAHUL YADAV (Roll No. 15, Class 10-A)</a:t>
            </a:r>
            <a:br/>
            <a:r>
              <a:t>School: Atal Adarsh Vidyalaya, Tilak Marg, New Delhi-110001 • Session 2026-2027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INTRODUCTION &amp; PROBLEM IDENTIFICATION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Need for Digital Attendance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Overcoming the systematic flaws of traditional manual paper registers in secondary schools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F43F5E"/>
                </a:solidFill>
              </a:defRPr>
            </a:pPr>
            <a:r>
              <a:t>❌ TRADITIONAL PAPER REGISTERS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Time Wastage: Calling 40-50 roll numbers takes 10-15 minutes of every class period.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Human Calculation Errors: Month-end summation of 'P' and 'A' columns leads to percentage mistakes.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Proxy Marking &amp; Tampering: Students alter markings (changing A to P with correction fluid).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Delayed Defaulter Detection: Absenteeism is only recognized at term end when it's too late.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Physical Fragility: High risk of tearing, water damage, ink fading, or misplacement.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212080" cy="470916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✔ EDUTRACK PRO AUTOMATED SYSTEM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Under 60 Seconds: 1-Click 'Mark All Present' with instant toggle chips for absentees.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100% Mathematical Accuracy: Instant turnout percentage computation without manual counting.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CBSE Rule 13 Defaulter Radar: Real-time surveillance of students slipping below 75%.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Parent SMS / Notice Generation: Formal warning letters with principal signature lines.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Spreadsheet Matrix &amp; CSV Export: 1-Click export to Microsoft Excel &amp; LibreOffice Calc.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ARCHITECTURE &amp;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Full-Stack System Design (Software Used)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Built using robust web technologies conforming to modern modular design 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383280" cy="470916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FRONTEND LAYER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</a:defRPr>
            </a:pPr>
            <a:r>
              <a:t>Vanilla HTML5 + Modern CSS3 + JavaScript</a:t>
            </a:r>
          </a:p>
          <a:p>
            <a:pPr>
              <a:spcBef>
                <a:spcPts val="1200"/>
              </a:spcBef>
              <a:defRPr sz="1000">
                <a:solidFill>
                  <a:srgbClr val="94A3B8"/>
                </a:solidFill>
              </a:defRPr>
            </a:pPr>
            <a:r>
              <a:t>Single Page Application (SPA), dark-mode glassmorphic interface, canvas charts, responsive mobile-ready layout, print styles.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91640"/>
            <a:ext cx="3383280" cy="470916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BACKEND REST API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</a:defRPr>
            </a:pPr>
            <a:r>
              <a:t>Node.js (v24) &amp; Express Framework</a:t>
            </a:r>
          </a:p>
          <a:p>
            <a:pPr>
              <a:spcBef>
                <a:spcPts val="1200"/>
              </a:spcBef>
              <a:defRPr sz="1000">
                <a:solidFill>
                  <a:srgbClr val="94A3B8"/>
                </a:solidFill>
              </a:defRPr>
            </a:pPr>
            <a:r>
              <a:t>RESTful web services, student CRUD endpoints, bulk attendance engine, CBSE 75% calculation logic, and CSV streaming.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91640"/>
            <a:ext cx="3383280" cy="470916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DATABASE &amp; SPREADSHEET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</a:defRPr>
            </a:pPr>
            <a:r>
              <a:t>Relational JSON Tables + Excel CSV</a:t>
            </a:r>
          </a:p>
          <a:p>
            <a:pPr>
              <a:spcBef>
                <a:spcPts val="1200"/>
              </a:spcBef>
              <a:defRPr sz="1000">
                <a:solidFill>
                  <a:srgbClr val="94A3B8"/>
                </a:solidFill>
              </a:defRPr>
            </a:pPr>
            <a:r>
              <a:t>Structured tables (Students, AttendanceRegister, DefaulterAudit) with primary keys, relational joins, and Excel formula exports.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CORE MODULE 1: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Real-Time Attendance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Dynamic KPI cards, 7-day attendance trend canvas chart, and section turnout comparison</a:t>
            </a:r>
          </a:p>
        </p:txBody>
      </p:sp>
      <p:pic>
        <p:nvPicPr>
          <p:cNvPr id="7" name="Picture 6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7315200" cy="457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21040" y="1691640"/>
            <a:ext cx="3108960" cy="470916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KEY HIGHLIGHTS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✔ Live KPI Counter: Total Enrolled (35), Today's Turnout (91%), Present (32), Absent (2).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✔ 7-Day Trend: Custom HTML5 Canvas chart displaying percentage fluctuation across the week.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✔ Section Turnout: Progress bars comparing Class 10-A, 10-B, and 9-A turnout.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✔ Real-Time Clock: Synchronized Indian Standard Time display.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CORE MODULE 2: ATTENDANCE REGISTER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1-Click High-Speed Classroom Roll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Teachers can mark entire classes in under 60 seconds with single-click status chips</a:t>
            </a:r>
          </a:p>
        </p:txBody>
      </p:sp>
      <p:pic>
        <p:nvPicPr>
          <p:cNvPr id="7" name="Picture 6" descr="02_attendance_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7315200" cy="457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21040" y="1691640"/>
            <a:ext cx="3108960" cy="470916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REGISTER FEATURES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✔ Status Chips: Present (Green), Absent (Red), Late (Amber), Half-Day (Sky Blue).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✔ Bulk Mark: 1-click 'Mark All Present' for fastest morning routine.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✔ Custom Remarks: Optional notes for uninformed leave or late minutes.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✔ Individual Log: Direct lookup of student history calendar from register row.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CORE MODULE 3: DEFAULTER RADAR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CBSE Rule 13/14 Compliance Enforcement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Automated shortfall calculation and formal parent notice dispatch for students below 75%</a:t>
            </a:r>
          </a:p>
        </p:txBody>
      </p:sp>
      <p:pic>
        <p:nvPicPr>
          <p:cNvPr id="7" name="Picture 6" descr="03_defaulter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7315200" cy="457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21040" y="1691640"/>
            <a:ext cx="3108960" cy="470916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F43F5E"/>
                </a:solidFill>
              </a:defRPr>
            </a:pPr>
            <a:r>
              <a:t>RADAR CAPABILITIES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✔ CBSE Threshold: Real-time filter flags any student with attendance &lt; 75%.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✔ Shortfall Recovery Math: Calculates exact number of present days needed to hit 75%.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✔ Parent Contact: Shows parent name and contact number for immediate intervention.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✔ Printable Notice: Generates official warning letter with school letterhead.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CLASS 10 IT SYLLABUS: SPREADSHEET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Matrix Evaluation &amp; Excel Formula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Fulfilling electronic spreadsheet curriculum requirements with formulas and CSV exports</a:t>
            </a:r>
          </a:p>
        </p:txBody>
      </p:sp>
      <p:pic>
        <p:nvPicPr>
          <p:cNvPr id="7" name="Picture 6" descr="07_spreadsheet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7315200" cy="457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21040" y="1691640"/>
            <a:ext cx="3108960" cy="470916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EXCEL FORMULAS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✔ =COUNTIF(D2:AB2, "Present"): Counts days student was present.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✔ =(Present / Total_Days)*100: Computes mark-to-date turnout %.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✔ =IF(Pct &lt; 75, "DEFAULTER", "ELIGIBLE"): Conditional examination eligibility check.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✔ =AVERAGE(Pct_Range): Overall class aggregate performance.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✔ 1-Click CSV Export: Instant download for MS Excel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SUMMARY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Project Outcomes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Achieving operational excellence and sustainability in school attendance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12080" cy="470916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✔ PROJECT OUTCOMES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90% Time Reduction: Roll call duration dropped from 15 minutes to under 45 seconds.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Zero Proxy Marking: Verified digital records with exact timestamps.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CBSE Compliance: Proactive warning notices ensure zero surprise exam disqualifications.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Environmental Sustainability: 100% paperless administration saves trees and printing costs.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Complete 20+ Page Project File ready for Class 10 IT practical examination.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212080" cy="470916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➔ FUTURE ENHANCEMENTS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Biometric Fingerprint &amp; Facial Recognition integration for automated door entry.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WhatsApp Cloud API &amp; SMS Gateway for instant absentee alerts to parents.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Mobile Progressive Web App (PWA) for handheld teacher smartphones.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RFID Smart Student ID Cards integration with turnstile gate scanners.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Machine Learning attendance prediction to detect dropout risk early.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